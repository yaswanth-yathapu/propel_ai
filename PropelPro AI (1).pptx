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80EB5-43DD-AEF3-8CB8-B48412E0A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DC0F9-B194-5AE8-69D7-761A82217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DCF59-B60C-1592-2DCB-716A4535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2269B-B78A-FE14-55E8-5748F437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01654-3AE6-138E-6689-D30DFCD3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806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01BB-7B97-0AC4-800F-EA928918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4B8FE-A086-70F2-32BC-D4027B9D3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37E35-CCEA-76B9-C6D0-71263CD9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46C63-1024-AFA4-990C-207E4945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B48BB-36C8-F3BC-C6EE-928383C3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37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DBF1D-EDEB-590E-7474-DCD5ABDD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3AC6A-0219-B2C4-73C9-5125BB053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68C88-DDDC-4117-6DC1-7B1B880A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B69FD-8D00-0D9C-E60A-0915F63E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80964-0B75-C6B6-145D-11FA4002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5FB4-17AB-3117-64DD-C806A9BA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5A674-FBBE-77D5-F40C-0C0AA04A5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57E76-ADCF-242F-E49B-FEC8BA662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A41B2-04EB-390E-E312-DAE6DF05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8DD5B-6115-9006-AA95-F96FB1E1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27B8C-ECC7-75DC-0BEE-042084C1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72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12023-B0FA-DD5D-EC0A-A6FBEA34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DC9F0-4A9E-0895-D442-844E0682F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25E58-77C9-F0A0-3DA4-B42ADF9ED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D6898-7F4D-3004-DCCC-39B68783B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17EE99-3FE5-CDA6-0355-F3B4CEBD7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D5EDF-9667-FD32-EA87-A2E42187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9279E-118B-15E3-8EE1-8B1C1E05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5F7AC-4EC8-0CE6-59B1-6C7DCF88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1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4A5E-907B-CB6B-CF03-4EF79A70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189E-016E-65EB-A0D1-BBAB2679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7C0E6-2187-AB2C-904B-18D29518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3F93E-CDA5-D99D-A8F0-EE727185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60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A8F3C-BBDE-A1ED-FBB7-8DF82DE7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4CF99-2E4B-04E7-B232-832A83A7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8E03F-AD64-E3A3-D627-DB007870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05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5619-6922-4BAE-FF1D-F366C834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F2526-4753-5368-7FD8-559B7F969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51A1B-1D2D-C4A9-91B8-7C487BC52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DCDE7-A22F-9180-6BB3-4B3EBE59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E55EC-2D1D-E7DC-A118-D67E00F24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A5883-4B37-9C0E-EB09-0E851880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343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722E-BB09-AE3F-31B8-23150B0B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71C55-5734-6F92-8C43-2AA68F542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2AA69-1DB8-0A59-AEAF-F37B51C31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71517-4D7E-E6E5-40D1-D97F568D8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4C3D2-51A9-667F-A172-562422E5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75FD7-15E4-74B7-72FB-31A33E5F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67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7E6F4-E254-2D15-A98B-C7535104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C3F69-5B4E-0086-B301-0E7C383AB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3299C-D8DD-C2DA-5213-197F101D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7DD50-6D3C-0D81-849D-91A3A5AD0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7A52E-C8A3-FF9A-535F-216DB987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6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566AF-674E-A6FA-CF2B-3501534B0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85AAC-94E4-A852-5819-B9975788A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388A8-B2AA-82D3-D6A8-11342438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F82AE-526E-4535-C0F6-8245D7B4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65324-17E4-D401-6EA1-906CC2CA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848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766AF-7ED6-F9A0-6644-CDF7BA658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171CC-6324-AC34-40D2-4E436DA70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3449-70CD-6139-03F8-B9793658D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D86EA-E969-42D0-BE19-70ED7D5D41C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C1B8A-505F-FCAE-F730-FCED42B78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0CDB3-C255-98A9-416B-684C2F1CD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A6745-C0BB-4C37-8205-B153684C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5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3605-9A50-B3CB-823F-6D688E7A82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838FC-BD33-E8BA-00FC-C02ACE924E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D4FBF-F029-0A2B-262A-3B9AC4464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24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42656-5D4A-875E-F51E-3DBB6425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EDF209-E4CE-46CA-FAE5-8F12FBE53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5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FF9C-7B73-3212-DED3-527B276C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784932-7C59-17E3-885B-77629EC74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2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F0AE-A934-BCFF-8906-4BE4CA3D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BE1836-2214-41F7-7256-B9E826D34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8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4239-622C-FA12-900F-C489296F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31D9BD-DAE7-D87F-4123-0753086E6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1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FEE2-3926-BC3B-804C-D5D9E668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0DE74E-44F4-F22E-BF38-6C4B02825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9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F124-D0C7-0321-BA69-FC817622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3B9396-8010-4C2E-5F34-4E5748435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1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2609-2C13-3A25-88AF-74CC5C87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5EAB8F-2C34-881E-E376-9089C22F0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826"/>
            <a:ext cx="12192000" cy="692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72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C60CF-2614-F25D-E35F-D7FCA578E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EFC075-C9FB-A3A3-1830-78D042818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502" y="1825625"/>
            <a:ext cx="960899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352286-2933-A532-B29F-7A845D732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1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E67DA-7001-CE7E-B1E0-3489FBE0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45CF88-2F77-8DC7-648C-E2A300306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C3D2-7B99-2DBC-2215-E282EF1E5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DACB48-AA2F-190A-5CDC-159B81522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778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2104C-BB9F-9948-3887-BAD0EA81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BAF4D3-5DC7-0AF3-918B-6B21B16BF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10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D4BAF-45E3-8365-8852-D19B91EF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1BC78C-EC45-E39E-E292-93942B965D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43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AD53-BFE6-82BD-E81C-12300A1D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E81AAE-5072-F593-6CE9-9F238607C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69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A9E0-4ED9-28C7-0893-B30F2244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594C94-AC14-3ABA-4242-4F6B8E9F9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8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A802-A524-B4D2-D609-5AEFE4C5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A498DD-82A8-BA7D-3072-B4CD82834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153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EE98-232B-C8A3-5451-FF893838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1ED681-61A9-6BAC-F0F3-009D71952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9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praneeth nidiginti</dc:creator>
  <cp:lastModifiedBy>sai praneeth nidiginti</cp:lastModifiedBy>
  <cp:revision>2</cp:revision>
  <dcterms:created xsi:type="dcterms:W3CDTF">2026-04-28T04:43:37Z</dcterms:created>
  <dcterms:modified xsi:type="dcterms:W3CDTF">2026-04-28T08:11:46Z</dcterms:modified>
</cp:coreProperties>
</file>